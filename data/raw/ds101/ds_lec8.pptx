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Heaps and Priority Queues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Binary Heap is a complete binary tree that maintains the heap property. In a max-heap, parent keys are greater than or equal to child keys. Heaps efficiently implement Priority Queues.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Heap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Heap operations include insertion and extract-max via sift-up and sift-down routines, running in logarithmic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